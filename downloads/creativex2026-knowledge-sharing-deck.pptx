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da2b3910364f26" /><Relationship Type="http://schemas.openxmlformats.org/officeDocument/2006/relationships/extended-properties" Target="/docProps/app.xml" Id="R08762396bbee495a" /><Relationship Type="http://schemas.openxmlformats.org/officeDocument/2006/relationships/officeDocument" Target="/ppt/presentation.xml" Id="R6643464c816446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2f1d43c633411e"/>
  </p:sldMasterIdLst>
  <p:notesMasterIdLst>
    <p:notesMasterId xmlns:r="http://schemas.openxmlformats.org/officeDocument/2006/relationships" r:id="R2ff26d3ec952499d"/>
  </p:notesMasterIdLst>
  <p:sldIdLst>
    <p:sldId xmlns:r="http://schemas.openxmlformats.org/officeDocument/2006/relationships" id="256" r:id="Rd15351964dd443a4"/>
    <p:sldId xmlns:r="http://schemas.openxmlformats.org/officeDocument/2006/relationships" id="257" r:id="R1901bc069d124496"/>
    <p:sldId xmlns:r="http://schemas.openxmlformats.org/officeDocument/2006/relationships" id="258" r:id="Reea0c7040e774e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a0a19c126d4253" /><Relationship Type="http://schemas.openxmlformats.org/officeDocument/2006/relationships/slideMaster" Target="/ppt/slideMasters/slideMaster1.xml" Id="Re82f1d43c633411e" /><Relationship Type="http://schemas.openxmlformats.org/officeDocument/2006/relationships/notesMaster" Target="/ppt/notesMasters/notesMaster1.xml" Id="R2ff26d3ec952499d" /><Relationship Type="http://schemas.openxmlformats.org/officeDocument/2006/relationships/presProps" Target="/ppt/presProps.xml" Id="R66363a90c0874ac5" /><Relationship Type="http://schemas.openxmlformats.org/officeDocument/2006/relationships/tableStyles" Target="/ppt/tableStyles.xml" Id="Rd068ac2de7ac430b" /><Relationship Type="http://schemas.openxmlformats.org/officeDocument/2006/relationships/slide" Target="/ppt/slides/slide1.xml" Id="Rd15351964dd443a4" /><Relationship Type="http://schemas.openxmlformats.org/officeDocument/2006/relationships/slide" Target="/ppt/slides/slide2.xml" Id="R1901bc069d124496" /><Relationship Type="http://schemas.openxmlformats.org/officeDocument/2006/relationships/slide" Target="/ppt/slides/slide3.xml" Id="Reea0c7040e774e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88c38a2ccc46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5c939c468246df" /><Relationship Type="http://schemas.openxmlformats.org/officeDocument/2006/relationships/notesMaster" Target="/ppt/notesMasters/notesMaster1.xml" Id="R40bff0c427d84c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c46f018ead4213" /><Relationship Type="http://schemas.openxmlformats.org/officeDocument/2006/relationships/notesMaster" Target="/ppt/notesMasters/notesMaster1.xml" Id="R5fb8200689434a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7b278b2c6f4d94" /><Relationship Type="http://schemas.openxmlformats.org/officeDocument/2006/relationships/notesMaster" Target="/ppt/notesMasters/notesMaster1.xml" Id="Rdb8e583a443a4a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49d0337d84a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a94f2ed5664b71" /><Relationship Type="http://schemas.openxmlformats.org/officeDocument/2006/relationships/slideLayout" Target="/ppt/slideLayouts/slideLayout1.xml" Id="R8b8126dad36b45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8126dad36b45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4c7de49aa4312" /><Relationship Type="http://schemas.openxmlformats.org/officeDocument/2006/relationships/notesSlide" Target="/ppt/notesSlides/notesSlide1.xml" Id="R8d6b249841d543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31285e62f438a" /><Relationship Type="http://schemas.openxmlformats.org/officeDocument/2006/relationships/notesSlide" Target="/ppt/notesSlides/notesSlide2.xml" Id="Red067b7d720244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25072cb1e410b" /><Relationship Type="http://schemas.openxmlformats.org/officeDocument/2006/relationships/notesSlide" Target="/ppt/notesSlides/notesSlide3.xml" Id="R4466265115a646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8628A753-06F1-413C-BCE1-AC24D503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6388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9A5B3-40E3-4C28-A526-8A0C0E66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62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CREATIVEX2026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FB235-9447-4E7F-9F60-17D76485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20618"/>
                </a:solidFill>
              </a:defRPr>
            </a:pPr>
            <a:r>
              <a:rPr sz="3900" b="1">
                <a:solidFill>
                  <a:srgbClr val="020618"/>
                </a:solidFill>
              </a:rPr>
              <a:t>Knowledge Sharing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1428F-62EA-4960-B72A-CB5DC802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800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56C"/>
                </a:solidFill>
              </a:defRPr>
            </a:pPr>
            <a:r>
              <a:rPr sz="1800">
                <a:solidFill>
                  <a:srgbClr val="45556C"/>
                </a:solidFill>
              </a:rPr>
              <a:t>A shared hub for knowledge articles, speaker pages, downloads, dashboard metrics, and impact evaluation.</a:t>
            </a:r>
          </a:p>
        </p:txBody>
      </p:sp>
      <p:sp>
        <p:nvSpPr>
          <p:cNvPr id="5" name="brand-accent">
            <a:extLst xmlns:a="http://schemas.openxmlformats.org/drawingml/2006/main">
              <a:ext uri="{FF2B5EF4-FFF2-40B4-BE49-F238E27FC236}">
                <a16:creationId xmlns:a16="http://schemas.microsoft.com/office/drawing/2014/main" id="{D6397EEB-0006-47F0-A8FF-C60CCA26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5240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3403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6371E6D8-37D0-4E8E-87E1-34DBE2A9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6388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8C58C-F5B2-4EBA-A5CB-EC1B33A3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62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CORE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F24D7-1293-461D-AF81-34D2B666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20618"/>
                </a:solidFill>
              </a:defRPr>
            </a:pPr>
            <a:r>
              <a:rPr sz="3900" b="1">
                <a:solidFill>
                  <a:srgbClr val="020618"/>
                </a:solidFill>
              </a:rPr>
              <a:t>From Learning to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B80D7-DF0A-497E-900F-99DC4BE2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800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56C"/>
                </a:solidFill>
              </a:defRPr>
            </a:pPr>
            <a:r>
              <a:rPr sz="1800">
                <a:solidFill>
                  <a:srgbClr val="45556C"/>
                </a:solidFill>
              </a:rPr>
              <a:t>Knowledge Library, Search, Speaker Knowledge Pages, Downloads, Dashboard, and Impact Evaluation Framework.</a:t>
            </a:r>
          </a:p>
        </p:txBody>
      </p:sp>
      <p:sp>
        <p:nvSpPr>
          <p:cNvPr id="5" name="brand-accent">
            <a:extLst xmlns:a="http://schemas.openxmlformats.org/drawingml/2006/main">
              <a:ext uri="{FF2B5EF4-FFF2-40B4-BE49-F238E27FC236}">
                <a16:creationId xmlns:a16="http://schemas.microsoft.com/office/drawing/2014/main" id="{06444B93-93F8-4C4D-9B3E-8C9842E0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5240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4627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578910E0-9B8B-43C0-8CD0-8A905CFF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6388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0D06D-372D-467A-AFC0-E7D591E1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62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69F93-CD56-41A1-B7AD-D9F91261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20618"/>
                </a:solidFill>
              </a:defRPr>
            </a:pPr>
            <a:r>
              <a:rPr sz="3900" b="1">
                <a:solidFill>
                  <a:srgbClr val="020618"/>
                </a:solidFill>
              </a:rPr>
              <a:t>What Leaders Can 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B5729-E05E-475D-857D-1FA0B81F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800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56C"/>
                </a:solidFill>
              </a:defRPr>
            </a:pPr>
            <a:r>
              <a:rPr sz="1800">
                <a:solidFill>
                  <a:srgbClr val="45556C"/>
                </a:solidFill>
              </a:rPr>
              <a:t>Knowledge articles, downloadable resources, visitor activity, search queries, learning scores, and submitted portfolios.</a:t>
            </a:r>
          </a:p>
        </p:txBody>
      </p:sp>
      <p:sp>
        <p:nvSpPr>
          <p:cNvPr id="5" name="brand-accent">
            <a:extLst xmlns:a="http://schemas.openxmlformats.org/drawingml/2006/main">
              <a:ext uri="{FF2B5EF4-FFF2-40B4-BE49-F238E27FC236}">
                <a16:creationId xmlns:a16="http://schemas.microsoft.com/office/drawing/2014/main" id="{F71BDC28-1B04-4F2A-A1A6-58B76F91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5240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6F"/>
          </a:solidFill>
          <a:ln xmlns:a="http://schemas.openxmlformats.org/drawingml/2006/main" w="0">
            <a:solidFill>
              <a:srgbClr val="00786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5492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2026-06-19T17:22:09.6290000Z</dcterms:created>
  <dcterms:modified xsi:type="dcterms:W3CDTF">2026-06-19T17:22:09.6290000Z</dcterms:modified>
</coreProperties>
</file>